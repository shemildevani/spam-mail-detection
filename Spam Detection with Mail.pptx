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7" r:id="rId3"/>
    <p:sldId id="260" r:id="rId4"/>
    <p:sldId id="261" r:id="rId5"/>
    <p:sldId id="27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8" r:id="rId15"/>
    <p:sldId id="271" r:id="rId16"/>
    <p:sldId id="25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84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8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51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67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32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7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63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40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6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90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932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9039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309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638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875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533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1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6627C-C73A-4B82-8962-8EE1F7539997}" type="datetimeFigureOut">
              <a:rPr lang="en-IN" smtClean="0"/>
              <a:t>22-07-2023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B314B-01EA-4F54-97DB-F9710750B7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06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BD17-C6DE-1F9B-F693-8D36A23C5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400703"/>
            <a:ext cx="10720873" cy="1825096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Spam Detection with Mail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110DB-420D-5531-E7FF-EB7AE022A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1443652"/>
          </a:xfrm>
        </p:spPr>
        <p:txBody>
          <a:bodyPr>
            <a:normAutofit fontScale="25000" lnSpcReduction="20000"/>
          </a:bodyPr>
          <a:lstStyle/>
          <a:p>
            <a:r>
              <a:rPr lang="en-IN" sz="11200" b="1" dirty="0">
                <a:solidFill>
                  <a:srgbClr val="00B050"/>
                </a:solidFill>
              </a:rPr>
              <a:t>21se02ml009 :- Shemil Devani</a:t>
            </a:r>
          </a:p>
          <a:p>
            <a:r>
              <a:rPr lang="en-IN" sz="11200" b="1" dirty="0">
                <a:solidFill>
                  <a:srgbClr val="7030A0"/>
                </a:solidFill>
              </a:rPr>
              <a:t>21se02ml001 :- Zeel </a:t>
            </a:r>
            <a:r>
              <a:rPr lang="en-IN" sz="11200" b="1" dirty="0" err="1">
                <a:solidFill>
                  <a:srgbClr val="7030A0"/>
                </a:solidFill>
              </a:rPr>
              <a:t>Aghera</a:t>
            </a:r>
            <a:endParaRPr lang="en-IN" sz="11200" b="1" dirty="0">
              <a:solidFill>
                <a:srgbClr val="7030A0"/>
              </a:solidFill>
            </a:endParaRPr>
          </a:p>
          <a:p>
            <a:r>
              <a:rPr lang="en-IN" sz="11200" b="1" dirty="0">
                <a:solidFill>
                  <a:srgbClr val="C00000"/>
                </a:solidFill>
              </a:rPr>
              <a:t>21se02m026  :- Jay Mangukiya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1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6E071E-FD7C-74AD-B43B-A552C47E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spam?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EADF-FCBA-8EA1-2613-3A0496BDC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Unsolicited email</a:t>
            </a:r>
          </a:p>
          <a:p>
            <a:r>
              <a:rPr lang="en-US" dirty="0"/>
              <a:t>Can be commercial or fraudulent</a:t>
            </a:r>
          </a:p>
          <a:p>
            <a:r>
              <a:rPr lang="en-US" dirty="0"/>
              <a:t>Can be a nuisance or a security threat</a:t>
            </a:r>
          </a:p>
          <a:p>
            <a:pPr marL="0" indent="0">
              <a:buNone/>
            </a:pPr>
            <a:r>
              <a:rPr lang="en-US" b="1" dirty="0"/>
              <a:t>Why is spam detection important?</a:t>
            </a:r>
          </a:p>
          <a:p>
            <a:r>
              <a:rPr lang="en-US" dirty="0"/>
              <a:t>To reduce the amount of spam in your inbox</a:t>
            </a:r>
          </a:p>
          <a:p>
            <a:r>
              <a:rPr lang="en-US" dirty="0"/>
              <a:t>To protect your computer from malware</a:t>
            </a:r>
          </a:p>
          <a:p>
            <a:r>
              <a:rPr lang="en-US" dirty="0"/>
              <a:t>To protect your personal information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64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6121-785D-5A99-F940-4A4B2F1FC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Spam detection technique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074DF-8197-0366-B7DF-4909A54B7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Spam detection techniques</a:t>
            </a:r>
          </a:p>
          <a:p>
            <a:r>
              <a:rPr lang="en-IN" dirty="0"/>
              <a:t>Content-based filtering</a:t>
            </a:r>
          </a:p>
          <a:p>
            <a:r>
              <a:rPr lang="en-IN" dirty="0"/>
              <a:t>Heuristic filtering</a:t>
            </a:r>
          </a:p>
          <a:p>
            <a:r>
              <a:rPr lang="en-IN" dirty="0"/>
              <a:t>Blacklists and Whitelists</a:t>
            </a:r>
          </a:p>
          <a:p>
            <a:r>
              <a:rPr lang="en-IN" dirty="0"/>
              <a:t>Bayesian filtering</a:t>
            </a:r>
          </a:p>
          <a:p>
            <a:r>
              <a:rPr lang="en-IN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61222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892C-992F-56B9-AEB4-6290C548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209E7-3383-1EE6-C7CE-78A7E6EC5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Machine learning has revolutionized spam detection by providing more accurate and adaptive methods for identifying and filtering spam emails.</a:t>
            </a:r>
          </a:p>
          <a:p>
            <a:r>
              <a:rPr lang="en-US" b="0" i="0" dirty="0">
                <a:effectLst/>
                <a:latin typeface="+mj-lt"/>
              </a:rPr>
              <a:t> Traditional rule-based and heuristic approaches often struggled to keep up with the constantly evolving tactics used by spammers. </a:t>
            </a:r>
          </a:p>
          <a:p>
            <a:r>
              <a:rPr lang="en-US" b="0" i="0" dirty="0">
                <a:effectLst/>
                <a:latin typeface="+mj-lt"/>
              </a:rPr>
              <a:t>Machine learning, on the other hand, enables systems to learn patterns and characteristics from data, making it more effective in detecting and classifying spam emails. 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190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0AE6-1A03-178A-7AEC-A271C782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355" y="764373"/>
            <a:ext cx="9294845" cy="1293028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 of machine 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9E8AB-1F04-7E43-56A5-FA9CCB23F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200"/>
              <a:buFont typeface="Arial" panose="020B0604020202020204" pitchFamily="34" charset="0"/>
              <a:buChar char="•"/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Feature Extraction</a:t>
            </a:r>
            <a:endParaRPr lang="en-IN" sz="1800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Supervised Learning</a:t>
            </a:r>
            <a:endParaRPr lang="en-IN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Unsupervised Learning</a:t>
            </a:r>
            <a:r>
              <a:rPr lang="en-US" sz="180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	</a:t>
            </a:r>
            <a:endParaRPr lang="en-IN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Hybrid Approaches</a:t>
            </a:r>
            <a:endParaRPr lang="en-IN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Real-time Detection</a:t>
            </a:r>
            <a:endParaRPr lang="en-IN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Feature Selection and Engineering</a:t>
            </a:r>
            <a:endParaRPr lang="en-IN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Evolving Models</a:t>
            </a:r>
            <a:endParaRPr lang="en-IN" dirty="0">
              <a:effectLst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IN" sz="1800" i="0" kern="1200" dirty="0">
                <a:effectLst/>
                <a:latin typeface="Century Gothic" panose="020B0502020202020204" pitchFamily="34" charset="0"/>
                <a:ea typeface="+mn-ea"/>
                <a:cs typeface="+mn-cs"/>
              </a:rPr>
              <a:t>Evaluation Metrics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273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CF36-C28C-11E3-0A02-1DD29704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AAFA-FE87-015B-B816-E8D15DEB4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effectLst/>
                <a:latin typeface="+mj-lt"/>
              </a:rPr>
              <a:t>Machine learning models require relevant features from emails to make predictions. </a:t>
            </a:r>
          </a:p>
          <a:p>
            <a:r>
              <a:rPr lang="en-US" i="0" dirty="0">
                <a:effectLst/>
                <a:latin typeface="+mj-lt"/>
              </a:rPr>
              <a:t>Common features include email content, sender information, subject line, attachments, and timestamps.</a:t>
            </a:r>
          </a:p>
          <a:p>
            <a:r>
              <a:rPr lang="en-US" i="0" dirty="0">
                <a:effectLst/>
                <a:latin typeface="+mj-lt"/>
              </a:rPr>
              <a:t> Feature extraction is a crucial step in preparing the data for training the model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99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D144-3694-96EB-4637-76F32D6B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/>
                <a:latin typeface="+mj-lt"/>
              </a:rPr>
              <a:t>Supervised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393E9-7DA2-8F0A-AE7D-F28D3F42B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Supervised learning is one of the main techniques used in spam detection. It involves training a model on a labeled dataset, where each email is labeled as either spam or non-spam (ham).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Popular supervised learning algorithms for spam detection include: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+mj-lt"/>
              </a:rPr>
              <a:t>Naive Bayes Classifier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+mj-lt"/>
              </a:rPr>
              <a:t>Support Vector Machines (SVM)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+mj-lt"/>
              </a:rPr>
              <a:t>Decision Trees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+mj-lt"/>
              </a:rPr>
              <a:t>Random Forests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200" b="0" i="0" dirty="0">
                <a:effectLst/>
                <a:latin typeface="+mj-lt"/>
              </a:rPr>
              <a:t>Neural Networks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005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B853-F46E-93E3-C2F4-B76CD9C4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Unsupervised</a:t>
            </a:r>
            <a:r>
              <a:rPr lang="en-IN" i="0" dirty="0">
                <a:effectLst/>
              </a:rPr>
              <a:t> </a:t>
            </a:r>
            <a:r>
              <a:rPr lang="en-IN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6590F-ACAF-0CBE-F542-E59A9FEB6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Unsupervised learning can be used to identify patterns and group similar emails without labeled data.</a:t>
            </a:r>
          </a:p>
          <a:p>
            <a:r>
              <a:rPr lang="en-US" b="0" i="0" dirty="0">
                <a:effectLst/>
                <a:latin typeface="+mj-lt"/>
              </a:rPr>
              <a:t> It is particularly useful for detecting new and emerging spam patterns that may not have been seen before.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42781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580C-FD7A-E603-7718-503461CB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 Approaches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0C46-7AE7-7A84-A0A4-7FD42D120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Hybrid models combine both supervised and unsupervised learning techniques to achieve better spam detection results.</a:t>
            </a:r>
          </a:p>
          <a:p>
            <a:r>
              <a:rPr lang="en-US" b="0" i="0" dirty="0">
                <a:effectLst/>
                <a:latin typeface="+mj-lt"/>
              </a:rPr>
              <a:t> They can leverage the strengths of both approaches and overcome their individual limitations.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7249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6E9C-5647-BA8E-FADE-3F366719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A25D-89E4-74F0-B48F-AC18C7CCA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To ensure timely filtering, machine learning models can be optimized for real-time spam detection. This is critical in preventing spam from reaching users' inboxes promptly.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905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EA77-2993-5E9C-875C-730F49D59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7" y="764373"/>
            <a:ext cx="9873343" cy="1293028"/>
          </a:xfrm>
        </p:spPr>
        <p:txBody>
          <a:bodyPr/>
          <a:lstStyle/>
          <a:p>
            <a:r>
              <a:rPr lang="en-IN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 and Engineering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3819D-55DA-3B80-80F4-230F34BFE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Choosing the right features and engineering them appropriately can significantly impact the performance of the spam detection model. </a:t>
            </a:r>
          </a:p>
          <a:p>
            <a:r>
              <a:rPr lang="en-US" b="0" i="0" dirty="0">
                <a:effectLst/>
                <a:latin typeface="+mj-lt"/>
              </a:rPr>
              <a:t>Feature selection helps in eliminating irrelevant or redundant features, while feature engineering may involve transforming or creating new features to improve model accuracy.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8417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BEAA-2630-10C1-0B6D-AE7F240C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Evolving Models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5E07A-817D-5A41-09DD-5492C77AA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Machine learning allows spam detection systems to continuously learn and adapt to new spamming techniques. </a:t>
            </a:r>
          </a:p>
          <a:p>
            <a:r>
              <a:rPr lang="en-US" b="0" i="0" dirty="0">
                <a:effectLst/>
                <a:latin typeface="+mj-lt"/>
              </a:rPr>
              <a:t>As spammers change their strategies, the model can update itself to stay effective.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929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AEE5-C4C9-A3A1-9AF3-D9B5526A1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Metrics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7E1C1-74B4-6DE5-4A99-4D29222CE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effectLst/>
                <a:latin typeface="+mj-lt"/>
              </a:rPr>
              <a:t>To assess the performance of a spam detection model, various evaluation metrics are used, such as accuracy, precision, recall, F1 score, and ROC-AUC.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662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165C-BC17-DCED-2428-F8B918C1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model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A8AEA6C-B1B6-2AAA-7918-33597C78E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833" y="2193925"/>
            <a:ext cx="7154334" cy="4024313"/>
          </a:xfrm>
        </p:spPr>
      </p:pic>
    </p:spTree>
    <p:extLst>
      <p:ext uri="{BB962C8B-B14F-4D97-AF65-F5344CB8AC3E}">
        <p14:creationId xmlns:p14="http://schemas.microsoft.com/office/powerpoint/2010/main" val="3063748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E52F-43C5-2C8B-4B1E-E380FDF0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21CA-E694-9FF2-EF68-C29106B4B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i="0" dirty="0">
                <a:effectLst/>
                <a:latin typeface="+mj-lt"/>
              </a:rPr>
              <a:t>In conclusion, spam detection with email is an ever-evolving field that continues to benefit from the advancements in machine learning and artificial intelligence.</a:t>
            </a:r>
          </a:p>
          <a:p>
            <a:r>
              <a:rPr lang="en-US" b="0" i="0" dirty="0">
                <a:effectLst/>
                <a:latin typeface="+mj-lt"/>
              </a:rPr>
              <a:t> By working together with user feedback, industry collaboration, and cutting-edge technologies, we can strive to create a safer and more enjoyable email experience for all users.</a:t>
            </a:r>
          </a:p>
          <a:p>
            <a:pPr algn="just"/>
            <a:r>
              <a:rPr lang="en-US" b="0" i="0" dirty="0">
                <a:effectLst/>
                <a:latin typeface="+mj-lt"/>
              </a:rPr>
              <a:t>In the future, we can expect even more sophisticated machine learning models, combined with other technologies like natural language processing and deep learning, to further enhance spam detection accuracy and efficiency. </a:t>
            </a:r>
          </a:p>
          <a:p>
            <a:pPr algn="l"/>
            <a:r>
              <a:rPr lang="en-US" b="0" i="0" dirty="0">
                <a:effectLst/>
                <a:latin typeface="+mj-lt"/>
              </a:rPr>
              <a:t>Moreover, user education and awareness about email security and phishing threats will remain crucial in complementing the efforts of spam detection systems.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7683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2F2ACD0-35A2-8178-94B2-F43CE021A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935" y="1371600"/>
            <a:ext cx="9458130" cy="520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5618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86</TotalTime>
  <Words>616</Words>
  <Application>Microsoft Office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Söhne</vt:lpstr>
      <vt:lpstr>Vapor Trail</vt:lpstr>
      <vt:lpstr>Spam Detection with Mail</vt:lpstr>
      <vt:lpstr>What is spam?</vt:lpstr>
      <vt:lpstr>Spam detection technique</vt:lpstr>
      <vt:lpstr>Machine learning</vt:lpstr>
      <vt:lpstr>Key feature of machine learning</vt:lpstr>
      <vt:lpstr>Feature extraction</vt:lpstr>
      <vt:lpstr>Supervised Learning</vt:lpstr>
      <vt:lpstr>Unsupervised Learning</vt:lpstr>
      <vt:lpstr>Hybrid Approaches</vt:lpstr>
      <vt:lpstr>Real-time Detection</vt:lpstr>
      <vt:lpstr>Feature Selection and Engineering</vt:lpstr>
      <vt:lpstr>Evolving Models</vt:lpstr>
      <vt:lpstr>Evaluation Metrics</vt:lpstr>
      <vt:lpstr>System model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Detection with Mail</dc:title>
  <dc:creator>Shemil Devani</dc:creator>
  <cp:lastModifiedBy>Shemil Devani</cp:lastModifiedBy>
  <cp:revision>4</cp:revision>
  <dcterms:created xsi:type="dcterms:W3CDTF">2023-07-21T17:08:14Z</dcterms:created>
  <dcterms:modified xsi:type="dcterms:W3CDTF">2023-07-22T04:45:10Z</dcterms:modified>
</cp:coreProperties>
</file>